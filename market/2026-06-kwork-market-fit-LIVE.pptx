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4D63E"/>
                </a:solidFill>
                <a:latin typeface="Arial"/>
              </a:rPr>
              <a:t>KWORK — ЖИВОЙ СРЕЗ РЫНКА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16.06.2026 · парс биржи через аккаунт vladsheimo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E9B3B"/>
                </a:solidFill>
                <a:latin typeface="Arial"/>
              </a:rPr>
              <a:t>297 активных заказов сегодня · отклики kwork_count = живой индикатор конкуренции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Главный вывод: расхождение с приоритетом Кодекса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A1D1A"/>
                </a:solidFill>
                <a:latin typeface="Arial"/>
              </a:rPr>
              <a:t>Кодекс поставил №1 «Настя: ОСВ / 1С / акты» (WIN 428). Живые данные по каналу биржи говорят иначе: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B00000"/>
                </a:solidFill>
                <a:latin typeface="Arial"/>
              </a:rPr>
              <a:t>• Бухгалтерия/финанализ/статистика на бирже — поток почти нулевой: «бухгалтер» 1, «осв» 1, «акт сверки» 1, «дебитор» 0.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1E9B3B"/>
                </a:solidFill>
                <a:latin typeface="Arial"/>
              </a:rPr>
              <a:t>• Денежный поток — в нише Влада: телеграм/AI-боты (12, до 200 000 ₽), парсинг/Python (7 000–30 000 ₽), 1С-софт/CRM (до 180 000 ₽).</a:t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1A1D1A"/>
                </a:solidFill>
                <a:latin typeface="Arial"/>
              </a:rPr>
              <a:t>Вывод: нишу Насти нельзя ловить откликами на бирже — её берут пассивно через витрину. Ниша Влада — активная охота каждый день.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A1D1A"/>
                </a:solidFill>
                <a:latin typeface="Arial"/>
              </a:rPr>
              <a:t>1С — общий мост: Настя = учётная сторона, Влад = доработка/интеграция.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Спрос по ключам (активные заказы, 16.06)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005840"/>
                <a:gridCol w="6949440"/>
              </a:tblGrid>
              <a:tr h="372291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Ключ</a:t>
                      </a:r>
                    </a:p>
                  </a:txBody>
                  <a:tcPr>
                    <a:solidFill>
                      <a:srgbClr val="2B2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Актив.</a:t>
                      </a:r>
                    </a:p>
                  </a:txBody>
                  <a:tcPr>
                    <a:solidFill>
                      <a:srgbClr val="2B2F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Чей канал / комментарий</a:t>
                      </a:r>
                    </a:p>
                  </a:txBody>
                  <a:tcPr>
                    <a:solidFill>
                      <a:srgbClr val="2B2F2B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телеграм бот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Влад — бюджеты 500–200 000 ₽, толстый поток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маркетплейс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Shared — контент/карточки + парсинг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1с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Влад+Настя — мост: учёт (Настя) + доработка (Влад)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коммерческое предложение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Влад — B2B-упаковка, лидоген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парсинг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Влад — реальные 7 000–30 000 ₽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>
                    <a:solidFill>
                      <a:srgbClr val="FCE3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Влад — async-парсеры, BI, боты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Shared — в основном ручной ввод — красный океан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учёт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Влад+Настя — чаще 1С-софт/CRM, чем бухгалтерия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бухгалтер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3B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Настя — поток почти нулевой → витрина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осв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3B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Настя — редкий чистый бух-заказ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акт сверки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>
                    <a:solidFill>
                      <a:srgbClr val="F3B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Настя — документная задача</a:t>
                      </a:r>
                    </a:p>
                  </a:txBody>
                  <a:tcPr/>
                </a:tc>
              </a:tr>
              <a:tr h="372291">
                <a:tc>
                  <a:txBody>
                    <a:bodyPr/>
                    <a:lstStyle/>
                    <a:p>
                      <a:r>
                        <a:rPr sz="1100"/>
                        <a:t>дебитор / презентаци / нейросет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>
                    <a:solidFill>
                      <a:srgbClr val="F3B7B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— — на бирже не ищут этими словами</a:t>
                      </a:r>
                    </a:p>
                  </a:txBody>
                  <a:tcPr/>
                </a:tc>
              </a:tr>
              <a:tr h="372297">
                <a:tc>
                  <a:txBody>
                    <a:bodyPr/>
                    <a:lstStyle/>
                    <a:p>
                      <a:r>
                        <a:rPr sz="1100"/>
                        <a:t>техническое задание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12</a:t>
                      </a:r>
                    </a:p>
                  </a:txBody>
                  <a:tcPr>
                    <a:solidFill>
                      <a:srgbClr val="DCEBC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/>
                        <a:t>— — ВНИМАНИЕ: ТЗ = стройка/AutoCAD, не 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Конкуренция по числу откликов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B00000"/>
                </a:solidFill>
                <a:latin typeface="Arial"/>
              </a:rPr>
              <a:t>Красный океан (60+)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   PDF→Excel 327 · перепечатка журнала 121 · бот за 500₽ 87 · контент МП ИИ 96 · «почини скрипт» 120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A1D1A"/>
                </a:solidFill>
                <a:latin typeface="Arial"/>
              </a:rPr>
              <a:t>Высокая (21–60)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   доработка парсера 48 · AI-бот MAX/TG 92 · фикс бота 47 · автоответы Ozon 39 · отчёты DataLence 33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E9B3B"/>
                </a:solidFill>
                <a:latin typeface="Arial"/>
              </a:rPr>
              <a:t>Средняя (6–20)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   async Python-парсер AmoCRM 15 · удалённый бухгалтер 15 · доработка Salebot 31 · шаблон кейсов 19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1E9B3B"/>
                </a:solidFill>
                <a:latin typeface="Arial"/>
              </a:rPr>
              <a:t>Низкая (0–5) — лучший вход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   1С Автосервис 4 · восстановление учёта 5 · вёрстка 3 · B2B-клиенты 2 · поддержка Битрикс 5 · ТЗ-баня 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D1A"/>
                </a:solidFill>
                <a:latin typeface="Arial"/>
              </a:rPr>
              <a:t>Правило входа: бюджет ÷ конкуренция. async-парсер 7 000₽/15 бьёт PDF→Excel 2 500₽/327.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Сплит аккаунтов (по живым данным)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E9B3B"/>
                </a:solidFill>
                <a:latin typeface="Arial"/>
              </a:rPr>
              <a:t>ВЛАД (vladsheimo) — активный охотник на бирже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телеграм/AI-боты · Python/парсинг · 1С-доработка/интеграции · CRM/Битрикс · маркетплейс-парсинг · BI/отчёты · B2B/КП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E9B3B"/>
                </a:solidFill>
                <a:latin typeface="Arial"/>
              </a:rPr>
              <a:t>НАСТЯ — витрина-first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кворки ждут поиск покупателя: 1С · ОСВ/акты · восстановление учёта · маркетплейс-учёт WB/Ozon · студработы. Отклики — только на редкие бух-заказы.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B8860B"/>
                </a:solidFill>
                <a:latin typeface="Arial"/>
              </a:rPr>
              <a:t>1С — общий мост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Arial"/>
              </a:rPr>
              <a:t>Настя = учётная сторона, Влад = доработка/интеграция. 9 живых заказов, отклики 4–47, бюджеты до 180 000 ₽.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9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wrap="square"/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Arial"/>
              </a:rPr>
              <a:t>Не брать · Долги · 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B00000"/>
                </a:solidFill>
                <a:latin typeface="Arial"/>
              </a:rPr>
              <a:t>НЕ БРАТЬ: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444444"/>
                </a:solidFill>
                <a:latin typeface="Arial"/>
              </a:rPr>
              <a:t>ручной ввод Excel/PDF→Excel (300+ откликов) · «почини скрипт» без ТЗ (120) · холодный обзвон за % · стройка-ТЗ/AutoCAD/ГОСТ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D1A"/>
                </a:solidFill>
                <a:latin typeface="Arial"/>
              </a:rPr>
              <a:t>ДОЛГИ: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• живые карточки конкурентов (витрина-SPA) — снять скроллом DOM, не fetch+regex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• точный % комиссии — из кабинета · Влад isUserConfirmedSeller=FALSE → подтвердить продавца</a:t>
            </a:r>
          </a:p>
          <a:p>
            <a:pPr algn="l">
              <a:spcAft>
                <a:spcPts val="1200"/>
              </a:spcAft>
            </a:pPr>
            <a:r>
              <a:rPr sz="1300" b="0">
                <a:solidFill>
                  <a:srgbClr val="444444"/>
                </a:solidFill>
                <a:latin typeface="Arial"/>
              </a:rPr>
              <a:t>• глубина биржи: кап ~12/запрос, пагинация закрыта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9B3B"/>
                </a:solidFill>
                <a:latin typeface="Arial"/>
              </a:rPr>
              <a:t>СЛЕДУЮЩИЙ ШАГ: подтвердить аккаунт продавца Влада → запустить ежедневные отклики по нише Влада + опубликовать витрину Насти.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